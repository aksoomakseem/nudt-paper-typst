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0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845" y="1204595"/>
            <a:ext cx="1694815" cy="1731010"/>
          </a:xfrm>
          <a:prstGeom prst="rect">
            <a:avLst/>
          </a:prstGeom>
        </p:spPr>
      </p:pic>
      <p:pic>
        <p:nvPicPr>
          <p:cNvPr id="9" name="图片 8" descr="0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150" y="1198245"/>
            <a:ext cx="1355090" cy="1737360"/>
          </a:xfrm>
          <a:prstGeom prst="rect">
            <a:avLst/>
          </a:prstGeom>
        </p:spPr>
      </p:pic>
      <p:pic>
        <p:nvPicPr>
          <p:cNvPr id="12" name="图片 11" descr="00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620" y="3609975"/>
            <a:ext cx="1797685" cy="1635760"/>
          </a:xfrm>
          <a:prstGeom prst="rect">
            <a:avLst/>
          </a:prstGeom>
        </p:spPr>
      </p:pic>
      <p:pic>
        <p:nvPicPr>
          <p:cNvPr id="13" name="图片 12" descr="000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530" y="3609975"/>
            <a:ext cx="1580515" cy="1888490"/>
          </a:xfrm>
          <a:prstGeom prst="rect">
            <a:avLst/>
          </a:prstGeom>
        </p:spPr>
      </p:pic>
      <p:pic>
        <p:nvPicPr>
          <p:cNvPr id="14" name="图片 13" descr="000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1355" y="1204595"/>
            <a:ext cx="1748155" cy="1730375"/>
          </a:xfrm>
          <a:prstGeom prst="rect">
            <a:avLst/>
          </a:prstGeom>
        </p:spPr>
      </p:pic>
      <p:pic>
        <p:nvPicPr>
          <p:cNvPr id="15" name="图片 14" descr="000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510" y="1204595"/>
            <a:ext cx="1888490" cy="1724025"/>
          </a:xfrm>
          <a:prstGeom prst="rect">
            <a:avLst/>
          </a:prstGeom>
        </p:spPr>
      </p:pic>
      <p:pic>
        <p:nvPicPr>
          <p:cNvPr id="16" name="图片 15" descr="000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6575" y="3429000"/>
            <a:ext cx="2766060" cy="1927860"/>
          </a:xfrm>
          <a:prstGeom prst="rect">
            <a:avLst/>
          </a:prstGeom>
        </p:spPr>
      </p:pic>
      <p:pic>
        <p:nvPicPr>
          <p:cNvPr id="17" name="图片 16" descr="0000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9290" y="3429000"/>
            <a:ext cx="1501775" cy="225044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749550" y="635635"/>
            <a:ext cx="2091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Real World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7204075" y="635635"/>
            <a:ext cx="2091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Clipart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98755" y="1882140"/>
            <a:ext cx="1468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Alarm Clock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98755" y="4257040"/>
            <a:ext cx="1468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Backpack</a:t>
            </a:r>
            <a:endParaRPr lang="en-US" altLang="zh-CN"/>
          </a:p>
        </p:txBody>
      </p:sp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WPS 演示</Application>
  <PresentationFormat>宽屏</PresentationFormat>
  <Paragraphs>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うちはサスケ</cp:lastModifiedBy>
  <cp:revision>157</cp:revision>
  <dcterms:created xsi:type="dcterms:W3CDTF">2019-06-19T02:08:00Z</dcterms:created>
  <dcterms:modified xsi:type="dcterms:W3CDTF">2026-05-11T15:14:48Z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A33B84D25BEF45C7B9103FC8EE715BE6_11</vt:lpwstr>
  </property>
</Properties>
</file>